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5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10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PITCH  ·  CONFIDENTIAL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-2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Gentle Reminder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clinical-grade dementia care platform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patented innovations  ·  $186B market  ·  FDA SaMD pathway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solidFill>
            <a:srgbClr val="161B22">
              <a:alpha val="80000"/>
            </a:srgbClr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120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 Mack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gentlereminderapp@gmail.com  ·  https://gentle-reminder-pitch.vercel.app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Dementia care is broken.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029200" cy="36576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6032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spc="-300" kern="0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55M+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 dementia globally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6634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new cases / year  ·  $1.3T annual cost  ·  zero curative therapy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22860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compounds: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0" y="2743200"/>
            <a:ext cx="5760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cognitive tests (MMSE, MoCA, ADAS-Cog) produce pass/fail feedback that triggers documented anxiety, agitation, and session abandonment in dementia patients.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Caregivers lack real-time digital biomarkers for decline detection.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lack longitudinal decline-tracking tools that scale.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trials (Leqembi, Kisunla) lack scalable digital endpoints for anti-amyloid therapy.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dementia-safe alternative exists. Digital competitors replicate the pass/fail paradigm.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from the algorithm up — for dementia.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03120"/>
            <a:ext cx="3749040" cy="9144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THREE-STATE FEEDBACK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 / GUIDED / SUPPORTED — never negative. Architecturally guarantees no failure reaches the patient.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16552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552" y="2103120"/>
            <a:ext cx="3749040" cy="9144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BIOMARKERS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0872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hesitation, response time, sleep irregularity, routine disruption, medication adherence. Composite score for decline tracking.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84464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84464" y="2103120"/>
            <a:ext cx="3749040" cy="91440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SaMD READY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58784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documentation (IEC 62304, ISO 14971, QMS, CFR Part 11). 510(k) predicate identified. Medicare reimbursement pathway.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Production-ready platform.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16552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99432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84464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67344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16552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99432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(RTL-aware)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84464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FHIR R4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67344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integration ready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apps: iPad patient app, caregiver dashboard, clinician dashboard, admin portal, family dashboard. Apple Watch with HealthKit. FHIR R4. Multi-tenant. 10 languages with RTL. 95+ test files. Full FDA SaMD documentation.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 global market.  $450M 5-year SOM.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dementia care market (Alzheimer's Disease International, 2023). 55M+ patients, $1.3T in total costs.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3FB9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$23B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4690872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digital therapeutics + digital health addressable segment. 26% CAGR.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$450M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8558784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58784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memory care facilities + DTx prescription + MA contracts, 5-year obtainable.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 patent-pending innovations.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251460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1460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claims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48056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System-level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HIGHLIGHTS: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65176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GR-01: Three-state positive-only feedback — the only architectural dementia-safe scoring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GR-02: Asymmetric adaptive difficulty (70-85% comfort zone)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GR-03: Dementia-adapted SM-2 spaced repetition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GR-04: Multimodal cognitive state classifier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GR-05: Dementia-specific speech emotion detection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valuation: $22M–$57M (sum-of-parts, pre-seed)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USPTO provisionals in flight · 12-month priority window · Trade-secret parameters retained separately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PATHWAY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FDA SaMD Class II via 510(k).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DOCUMENTATION STATUS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Software Lifecycle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26060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9077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14971 Risk Management (FMEA)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2907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209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QMS Framework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3440" y="320954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1129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Electronic Records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351129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13048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8130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Cybersecurity Assessment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8130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14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Transparency Module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41148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416552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16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Protocol (CVP-001)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4416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718304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7183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Consent Template (ICF-001)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471830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020056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00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Plan (DMP-001)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63440" y="502005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321808"/>
            <a:ext cx="5669280" cy="27432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3218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Monitoring Plan (SMP-001)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53218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623560"/>
            <a:ext cx="5669280" cy="27432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623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Predicate Analysis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63440" y="5623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K201738 Linus Health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6656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PREDICATE PATH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66560" y="265176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0" y="274320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K201738 — Linus Health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Clock and Recall; cleared 2020. Substantial equivalence basis for our 510(k).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766560" y="365760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37490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K182554 — Cogstate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computerized cognitive assessment. Secondary predicate.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4754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510(k) submission within 12 months of seed close.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timeline: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12-18 months from submission (P50 ~15 months).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Multi-channel revenue. Defensible economics.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FACILITY SAAS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$6,000 / bed / year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 US memory care facilities. Patient app + caregiver dashboard + clinical reporting. Annual contracts with 5% escalation.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B2B2C DTx (POST-510K)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 / patient / month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Provider-prescribed DTx. CPT-code reimbursable. Medicare + Medicare Advantage coverage target.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LICENSING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$2M-$10M / deal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3152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endpoint for anti-amyloid therapy trials (Biogen, Eisai, Lilly). Upfront + milestones + royalties.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VALUE-BASED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Per-member outcomes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risk stratification. Cost-reduction sharing on early intervention.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Path to $85M ARR in Year 5.</a:t>
            </a:r>
            <a:endParaRPr lang="en-US" sz="4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55648"/>
                <a:gridCol w="1755648"/>
                <a:gridCol w="1755648"/>
                <a:gridCol w="1755648"/>
                <a:gridCol w="17556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Y3+ includes DTx prescription revenue (post-510k clearance).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potential $10M-$50M strategic pharma licensing deals.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LTV/CAC of 60×. Top-quartile.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ACV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$60,000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beds × $6K/year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(Facility)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45152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$3,000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645152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sales + pilot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(Facility)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13064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$180,000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513064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37.5-month lifetime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60×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777240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Top-quartile SaaS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82%</a:t>
            </a:r>
            <a:endParaRPr lang="en-US" sz="5000" dirty="0"/>
          </a:p>
        </p:txBody>
      </p:sp>
      <p:sp>
        <p:nvSpPr>
          <p:cNvPr id="23" name="Text 21"/>
          <p:cNvSpPr/>
          <p:nvPr/>
        </p:nvSpPr>
        <p:spPr>
          <a:xfrm>
            <a:off x="4645152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SaaS + support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13064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Churn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13064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8%</a:t>
            </a:r>
            <a:endParaRPr lang="en-US" sz="5000" dirty="0"/>
          </a:p>
        </p:txBody>
      </p:sp>
      <p:sp>
        <p:nvSpPr>
          <p:cNvPr id="27" name="Text 25"/>
          <p:cNvSpPr/>
          <p:nvPr/>
        </p:nvSpPr>
        <p:spPr>
          <a:xfrm>
            <a:off x="8513064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10-15% benchmark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Nobody else has built this for dementia.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they 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Linus Health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Pass/fail delivery; not dementia-safe 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Computerized cognitive testing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Trial-only; no caregiver platform or biomarkers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Eye-tracking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modality (eye-tracking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Akili / EndeavorRx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Pediatric ADHD DTx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indication; collapsed post-IPO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0972800" cy="13716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MOAT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23-patent IP portfolio architecturally blocks competitors from dementia-safe assessment. Production platform 18-24 months ahead of ground-zero competitor builds. FDA SaMD documentation unusually mature for stage.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Pre-seed signals.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⚖️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554480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55448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provisional patents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IP portfolio filed or in flight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💾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22392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22392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99432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deployed applications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290304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90304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supported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7344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RTL-aware, ready for international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554480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SaMD + IRB documents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62304, ISO 14971, QMS, Part 11, STRIDE, IRB package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🏥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422392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3-5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422392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memory centers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99432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UCSF, MGH, Emory partnership prep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💰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290304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290304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Non-dilutive grants drafted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67344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 SBIR, R21, BrightFocus, Alz Assoc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Experienced founding team.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286000"/>
            <a:ext cx="914400" cy="9144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47288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2286000"/>
            <a:ext cx="914400" cy="91440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38728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Kinsman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38728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45936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0336" y="2286000"/>
            <a:ext cx="914400" cy="9144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0336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37376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Hamel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4584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58984" y="2286000"/>
            <a:ext cx="914400" cy="914400"/>
          </a:xfrm>
          <a:prstGeom prst="ellipse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58984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JP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336024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Jayla Patzer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36024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Nat. Dir., Clinic &amp; Provider Partnerships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BOARD — RECRUITING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Bruce Miller (UCSF), Reisa Sperling (Harvard), Ronald Petersen (Mayo), Constantine Lyketsos (JHU) · </a:t>
            </a:r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Tech/AI: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 Topol (Scripps), Glen Tullman (Livongo), Atul Butte (UCSF) · </a:t>
            </a:r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FDA CDRH reviewer (SaMD expert)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2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8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raising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0" b="1" spc="-6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$5M</a:t>
            </a:r>
            <a:endParaRPr lang="en-US" sz="20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$25M post-money  ·  20% dilution  ·  12-month runway to Series 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FDA 510(k), 3 facility pilots, engineering build-out, non-provisional patent conversions.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dollar allocated.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94560"/>
            <a:ext cx="109728" cy="43891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510(k) preparation + clinical 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0" y="21945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$1.27M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98480" y="21945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109728" cy="43891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974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 (6 FTE × 12 months)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95360" y="26974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$1.42M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0" y="26974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00400"/>
            <a:ext cx="109728" cy="43891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20040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(3 facilities)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0" y="320040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698480" y="320040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438912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70332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portfolio (non-provisional conversions)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95360" y="370332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698480" y="370332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06240"/>
            <a:ext cx="109728" cy="43891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2062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partnerships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0" y="420624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$450K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698480" y="420624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70916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7091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+ reserve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0" y="47091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$410K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698480" y="47091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21208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21208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2120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supplies + travel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95360" y="52120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$250K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698480" y="52120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· CONTACT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this together.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(POST-CLOSE)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close; FDA Pre-Sub meeting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live; SBIR Phase I submitted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data released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60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submission; Series A prep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6634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clearance; Medicare reimbursement application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166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launch; Series A close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2194560"/>
            <a:ext cx="411480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2377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Mack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72400" y="3337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9319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gentlereminderapp@gmail.com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https://www.linkedin.com/in/christomac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site: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gentle-reminder-pitch.vercel.app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solidFill>
            <a:srgbClr val="3FB950">
              <a:alpha val="2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room available under NDA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Gentle Reminder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Gentle Reminder — Seed Pitch</dc:title>
  <dc:subject>Clinical-grade dementia care platform seed round</dc:subject>
  <dc:creator>Christo Mack</dc:creator>
  <cp:lastModifiedBy>Christo Mack</cp:lastModifiedBy>
  <cp:revision>1</cp:revision>
  <dcterms:created xsi:type="dcterms:W3CDTF">2026-04-21T04:37:50Z</dcterms:created>
  <dcterms:modified xsi:type="dcterms:W3CDTF">2026-04-21T04:37:50Z</dcterms:modified>
</cp:coreProperties>
</file>